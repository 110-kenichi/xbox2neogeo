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EB3601-9E20-4582-9E96-4C52F0BF2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89366CD-330B-4E12-A8A1-DC960E246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F71C0A-930C-439B-B2FD-551999E3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E298-4B72-4E5F-8245-A412EC5B0838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17EBF8-DCBF-425E-B408-368A046F1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15F3CB-C94F-432A-A75C-5A6C81FB9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754A-5B55-4D97-8ECE-6463B67873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536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354202-890E-4A85-A5FC-5990CE0C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1F2A66-3F2D-4378-ACF2-DBE936038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BF2973-4EE4-450B-BD46-44E674BD1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E298-4B72-4E5F-8245-A412EC5B0838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ACEB33-8515-444B-901C-23CDA47DF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46782D-E8C0-4E33-8B67-C9A8C7CE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754A-5B55-4D97-8ECE-6463B67873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86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014DD-67AE-473F-A2AF-457BBBBBB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3DF344-1984-47D5-BED1-4B9D05EE2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0759FE-7F7C-4645-9280-7459B1D3C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E298-4B72-4E5F-8245-A412EC5B0838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24111B-178B-41E6-B523-F29BF2901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315CEE-BAB8-470D-9F74-E33C8A1D1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754A-5B55-4D97-8ECE-6463B67873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5009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9967D9-A6F8-4BC2-9252-B5045552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B4D572-903F-49EE-9B08-FE3888FB8B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29DFBA-D4E9-46FC-AB5A-83E87A81C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67EE09-BFDF-4E93-A37D-D28BA2612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E298-4B72-4E5F-8245-A412EC5B0838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72ACA9-BE26-4296-8B41-894A82B1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E87B63-6FFC-4E03-A27D-91E01D7B3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754A-5B55-4D97-8ECE-6463B67873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476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4E8FC6-C905-4CD8-BCDD-F4E4E943D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111BFD-70C6-4921-9F4A-E75DFD047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C50EDB-061F-4D58-83B0-837440D19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23D6E6E-EFB8-43D2-9352-01FB96E95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CD08EF1-3DA6-428A-871D-51B00CA4D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37574E6-3A29-4704-BE8E-FEC740FE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E298-4B72-4E5F-8245-A412EC5B0838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372363B-42B8-45B9-AA49-48C3E903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4C18738-2F7C-4EF4-88D1-BB967F1F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754A-5B55-4D97-8ECE-6463B67873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1797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BC331D-3EA3-4084-BF33-041EDA378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C26548C-128C-40FC-9B02-EF60E4A2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E298-4B72-4E5F-8245-A412EC5B0838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FD80D32-9837-46C4-BC2D-4049881F4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FE05CE-88A2-4E0A-B841-7E3D435F4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754A-5B55-4D97-8ECE-6463B67873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2003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15BA1D1-85F9-46B4-8B67-6DF1C4D6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E298-4B72-4E5F-8245-A412EC5B0838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450524E-D5A4-475E-8194-4022F0AB3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A0781EB-7675-43E7-BBDB-CCDE5DA38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754A-5B55-4D97-8ECE-6463B67873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8166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668589-E076-4132-9207-BFF9B8C6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87D05A-5F85-4C24-A086-C0A22C65B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E4A115-9805-4F87-8503-0F17B3842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EEA708-2B68-497B-BE34-33CEECE44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E298-4B72-4E5F-8245-A412EC5B0838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EFC3D1-B6AD-43E6-ADDE-15D30F2F0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980C9A-BA7E-4325-896E-447DBCF03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754A-5B55-4D97-8ECE-6463B67873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7876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32425C-5573-4896-8274-9E72CAFE7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68FEDA-C4E9-4EDC-8851-C3CD97E2BF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50BA79D-3CF7-48A5-BCF2-717BDBF02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B43937-2AEC-4D88-96F7-4D4CAB36E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E298-4B72-4E5F-8245-A412EC5B0838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32F718-A776-4D7F-B8A6-3FE91768C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97EFBB-65CB-49F0-A7F3-322FA0DE0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754A-5B55-4D97-8ECE-6463B67873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6523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C3A070-F689-4AD5-AA0F-EB67688DB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1EF73A7-B909-437F-8E3C-9C881DDD5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C2EA03-A6A8-4FB2-B25B-105C5D6C5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E298-4B72-4E5F-8245-A412EC5B0838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5AAC2F-F165-4A80-B30C-7726CCE5B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1D69B2-CC7F-43E9-8FD6-3F3BF426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754A-5B55-4D97-8ECE-6463B67873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405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58D7425-26EC-446C-9B38-92012A21F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8B5EC5-9D64-4B7E-893E-2A4BB51D8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D1C1BE-8AAD-42C3-A25D-0BEC33C54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E298-4B72-4E5F-8245-A412EC5B0838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7E18D8-D2EB-4330-AE44-0BB1D22AE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F9CABF-2448-4AC0-B2CA-192564FCC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754A-5B55-4D97-8ECE-6463B67873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568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0420BBD-9A68-4AE9-8EA1-67FD33F6F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28225B-3E7B-441A-BBFD-B742CAE6C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0E99A6-1897-47F5-8BDA-DADFA26D4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8E298-4B72-4E5F-8245-A412EC5B0838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343468-E888-426F-9486-B06A389C3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369A8D-FF90-4433-8EF6-23A88F9DB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D754A-5B55-4D97-8ECE-6463B67873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101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FA7D083-E35B-1E4D-F4DA-F49217917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6712"/>
            <a:ext cx="6134100" cy="6124575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D2CDF133-3176-DB92-B02A-D713E40255EB}"/>
              </a:ext>
            </a:extLst>
          </p:cNvPr>
          <p:cNvSpPr/>
          <p:nvPr/>
        </p:nvSpPr>
        <p:spPr>
          <a:xfrm>
            <a:off x="5368601" y="4077478"/>
            <a:ext cx="419878" cy="82109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ja-JP" altLang="en-US" dirty="0">
              <a:solidFill>
                <a:sysClr val="windowText" lastClr="000000"/>
              </a:solidFill>
              <a:latin typeface="F910新コミック体" panose="02000600000000000000" pitchFamily="50" charset="-128"/>
              <a:ea typeface="F910新コミック体" panose="02000600000000000000" pitchFamily="50" charset="-128"/>
            </a:endParaRP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98D2091A-16F0-F9F0-1BD4-1AB2EB4CB8D0}"/>
              </a:ext>
            </a:extLst>
          </p:cNvPr>
          <p:cNvSpPr/>
          <p:nvPr/>
        </p:nvSpPr>
        <p:spPr>
          <a:xfrm>
            <a:off x="6320324" y="3582955"/>
            <a:ext cx="5871676" cy="1614196"/>
          </a:xfrm>
          <a:prstGeom prst="wedgeRectCallout">
            <a:avLst>
              <a:gd name="adj1" fmla="val -59983"/>
              <a:gd name="adj2" fmla="val 5884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kumimoji="1"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This settings </a:t>
            </a:r>
            <a:r>
              <a:rPr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enabled “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Pseudo Analog”.</a:t>
            </a:r>
          </a:p>
          <a:p>
            <a:r>
              <a:rPr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It means…</a:t>
            </a:r>
            <a:br>
              <a:rPr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</a:br>
            <a:r>
              <a:rPr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- When you press the trigger slightly, the satellite moves slowly.</a:t>
            </a:r>
          </a:p>
          <a:p>
            <a:r>
              <a:rPr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- When you press the trigger fully, the satellite moves at full speed.</a:t>
            </a:r>
            <a:endParaRPr kumimoji="1" lang="ja-JP" altLang="en-US" sz="1400" dirty="0">
              <a:solidFill>
                <a:sysClr val="windowText" lastClr="000000"/>
              </a:solidFill>
              <a:latin typeface="F910新コミック体" panose="02000600000000000000" pitchFamily="50" charset="-128"/>
              <a:ea typeface="F910新コミック体" panose="0200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9196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wrap="none" rtlCol="0" anchor="ctr"/>
      <a:lstStyle>
        <a:defPPr algn="ctr">
          <a:defRPr kumimoji="1" dirty="0">
            <a:solidFill>
              <a:sysClr val="windowText" lastClr="000000"/>
            </a:solidFill>
            <a:latin typeface="F910新コミック体" panose="02000600000000000000" pitchFamily="50" charset="-128"/>
            <a:ea typeface="F910新コミック体" panose="02000600000000000000" pitchFamily="50" charset="-128"/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プレゼンテーション1" id="{438C081A-1CDA-4A97-8ED0-2D822B2D5101}" vid="{492CFF58-ED93-48F5-B489-6355D6A4B4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</Template>
  <TotalTime>85</TotalTime>
  <Words>39</Words>
  <Application>Microsoft Office PowerPoint</Application>
  <PresentationFormat>ワイド画面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F910新コミック体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賢一 伊藤</dc:creator>
  <cp:lastModifiedBy>賢一 伊藤</cp:lastModifiedBy>
  <cp:revision>1</cp:revision>
  <dcterms:created xsi:type="dcterms:W3CDTF">2025-11-14T13:17:15Z</dcterms:created>
  <dcterms:modified xsi:type="dcterms:W3CDTF">2025-11-14T14:42:40Z</dcterms:modified>
</cp:coreProperties>
</file>