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sldIdLst>
    <p:sldId id="256" r:id="rId2"/>
    <p:sldId id="286" r:id="rId3"/>
    <p:sldId id="288" r:id="rId4"/>
    <p:sldId id="287" r:id="rId5"/>
    <p:sldId id="28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C28D8-13B6-41C3-9F5F-0284C569C6F1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2F5C4-CB40-44D3-9C89-5ECCD9AB4B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09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2F5C4-CB40-44D3-9C89-5ECCD9AB4B5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51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2F5C4-CB40-44D3-9C89-5ECCD9AB4B5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881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5E62-B904-4691-B75E-EC1C32885285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67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A9A2-8356-4FFD-B66A-E38811049858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001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8989-88B8-4869-97D9-547531F13E13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00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C4031-B949-4300-AB3E-1551426E8631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58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755E-A59D-4634-B604-E9BB568B1156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80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38B3-7601-4256-ABFE-386B92B0EDB5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48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8ED6D-8A94-4DBA-8EF2-284D1A467CE8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51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0317-28AF-43C5-8944-AADFA89E0149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27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D023C-C4FA-4CE8-B5BE-6798898EE377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68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7007-2A40-4EFC-90A3-258EFA3C1001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07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D7FF-9203-4AA3-90FD-622674A14F90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550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E4D3-BEDB-4F35-876B-5B9AA41BFB5B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716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D896E-FC14-4F25-BC47-18ABAEA9E1FE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8825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701B-2185-4987-B8E2-5507664B65F4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764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4CDED-9617-418F-B546-D66B9BB6C35E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088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5D40-962A-46D7-8037-3F2900B5EB4D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93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7159-F4A8-4352-915B-DDBEFEF4A4D6}" type="datetime1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7E2812-4560-4165-A7C7-9C013F9555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97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kizukidenshi.com/catalog/g/g106503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31B3DB0-10E4-4265-97FE-514A89497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XBox2Classic</a:t>
            </a:r>
            <a:br>
              <a:rPr lang="en-US" altLang="ja-JP" dirty="0"/>
            </a:br>
            <a:endParaRPr lang="ja-JP" altLang="en-US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D195690D-B8C0-44C8-A5B6-3835F67A73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User’s Manual</a:t>
            </a:r>
            <a:r>
              <a:rPr lang="ja-JP" altLang="en-US" dirty="0"/>
              <a:t> </a:t>
            </a:r>
            <a:r>
              <a:rPr lang="en-US" altLang="ja-JP" dirty="0"/>
              <a:t>- </a:t>
            </a:r>
            <a:r>
              <a:rPr lang="en-US" altLang="ja-JP"/>
              <a:t>Rev 1.0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77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95FE20-D6A5-4D5C-AC74-53315603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BA66A1E1-6206-21C9-D5B6-C4259AEE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Schematics</a:t>
            </a:r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BD69E12-73E9-31CC-8DDD-6247F4CF7176}"/>
              </a:ext>
            </a:extLst>
          </p:cNvPr>
          <p:cNvGrpSpPr/>
          <p:nvPr/>
        </p:nvGrpSpPr>
        <p:grpSpPr>
          <a:xfrm>
            <a:off x="2592925" y="1747929"/>
            <a:ext cx="8656732" cy="5110071"/>
            <a:chOff x="357417" y="314754"/>
            <a:chExt cx="10777307" cy="6361847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8F1C3D09-ECD8-7329-6936-0512316B6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3346" r="53906" b="25502"/>
            <a:stretch>
              <a:fillRect/>
            </a:stretch>
          </p:blipFill>
          <p:spPr>
            <a:xfrm>
              <a:off x="357417" y="895350"/>
              <a:ext cx="6333657" cy="32956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E2F0E94D-E3ED-3E9F-0C78-5AAF458BD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37" b="4537"/>
            <a:stretch>
              <a:fillRect/>
            </a:stretch>
          </p:blipFill>
          <p:spPr>
            <a:xfrm rot="5400000">
              <a:off x="6713054" y="2254932"/>
              <a:ext cx="6361847" cy="2481492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91A4826-ED0D-8AFB-C84F-38C074B318C5}"/>
                </a:ext>
              </a:extLst>
            </p:cNvPr>
            <p:cNvSpPr txBox="1"/>
            <p:nvPr/>
          </p:nvSpPr>
          <p:spPr>
            <a:xfrm>
              <a:off x="357418" y="4571290"/>
              <a:ext cx="767669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/>
                <a:t>Confirmed with </a:t>
              </a:r>
              <a:r>
                <a:rPr lang="ja-JP" altLang="en-US" dirty="0">
                  <a:hlinkClick r:id="rId5"/>
                </a:rPr>
                <a:t>https://akizukidenshi.com/catalog/g/g106503/</a:t>
              </a:r>
              <a:endParaRPr lang="en-US" altLang="ja-JP" dirty="0"/>
            </a:p>
            <a:p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en-US" altLang="ja-JP" dirty="0">
                  <a:solidFill>
                    <a:srgbClr val="FF0000"/>
                  </a:solidFill>
                </a:rPr>
                <a:t>*NEVER USE </a:t>
              </a:r>
              <a:r>
                <a:rPr lang="en-US" altLang="ja-JP" b="1" dirty="0">
                  <a:solidFill>
                    <a:srgbClr val="FF0000"/>
                  </a:solidFill>
                </a:rPr>
                <a:t>USB BUS</a:t>
              </a:r>
              <a:r>
                <a:rPr lang="en-US" altLang="ja-JP" dirty="0">
                  <a:solidFill>
                    <a:srgbClr val="FF0000"/>
                  </a:solidFill>
                </a:rPr>
                <a:t> POWER. USE ONLY NEOGEO 5V* </a:t>
              </a:r>
            </a:p>
            <a:p>
              <a:r>
                <a:rPr lang="en-US" altLang="ja-JP" dirty="0">
                  <a:solidFill>
                    <a:srgbClr val="FF0000"/>
                  </a:solidFill>
                </a:rPr>
                <a:t>*USB</a:t>
              </a:r>
              <a:r>
                <a:rPr lang="ja-JP" altLang="en-US" dirty="0">
                  <a:solidFill>
                    <a:srgbClr val="FF0000"/>
                  </a:solidFill>
                </a:rPr>
                <a:t>バスパワーは使わずネオジオの</a:t>
              </a:r>
              <a:r>
                <a:rPr lang="en-US" altLang="ja-JP" dirty="0">
                  <a:solidFill>
                    <a:srgbClr val="FF0000"/>
                  </a:solidFill>
                </a:rPr>
                <a:t>+5V</a:t>
              </a:r>
              <a:r>
                <a:rPr lang="ja-JP" altLang="en-US" dirty="0">
                  <a:solidFill>
                    <a:srgbClr val="FF0000"/>
                  </a:solidFill>
                </a:rPr>
                <a:t>を使うようにしてください</a:t>
              </a:r>
              <a:r>
                <a:rPr lang="en-US" altLang="ja-JP" dirty="0">
                  <a:solidFill>
                    <a:srgbClr val="FF0000"/>
                  </a:solidFill>
                </a:rPr>
                <a:t>*</a:t>
              </a:r>
            </a:p>
          </p:txBody>
        </p:sp>
        <p:sp>
          <p:nvSpPr>
            <p:cNvPr id="16" name="矢印: 右 15">
              <a:extLst>
                <a:ext uri="{FF2B5EF4-FFF2-40B4-BE49-F238E27FC236}">
                  <a16:creationId xmlns:a16="http://schemas.microsoft.com/office/drawing/2014/main" id="{A6202BD7-006D-EAB5-3A36-A5044E03A2F3}"/>
                </a:ext>
              </a:extLst>
            </p:cNvPr>
            <p:cNvSpPr/>
            <p:nvPr/>
          </p:nvSpPr>
          <p:spPr>
            <a:xfrm>
              <a:off x="7183766" y="4370823"/>
              <a:ext cx="729124" cy="800631"/>
            </a:xfrm>
            <a:prstGeom prst="right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ja-JP" altLang="en-US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C29D37D-E900-FE7B-52CB-1F79B11EDDA3}"/>
                </a:ext>
              </a:extLst>
            </p:cNvPr>
            <p:cNvSpPr txBox="1"/>
            <p:nvPr/>
          </p:nvSpPr>
          <p:spPr>
            <a:xfrm>
              <a:off x="357418" y="409099"/>
              <a:ext cx="76766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/>
                <a:t>Connect to the correspond pin on the FTD232H.</a:t>
              </a:r>
              <a:endParaRPr lang="en-US" altLang="ja-JP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592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AA773-0F7A-C5AD-1323-50539CEE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Connection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095F75-2E77-E017-51E9-922631BC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F9C084-1422-ABCC-CE1B-AEACBFC18C14}"/>
              </a:ext>
            </a:extLst>
          </p:cNvPr>
          <p:cNvSpPr txBox="1"/>
          <p:nvPr/>
        </p:nvSpPr>
        <p:spPr>
          <a:xfrm>
            <a:off x="727787" y="3418427"/>
            <a:ext cx="297646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kumimoji="1" lang="en-US" altLang="ja-JP" dirty="0"/>
          </a:p>
          <a:p>
            <a:pPr algn="ctr"/>
            <a:r>
              <a:rPr kumimoji="1" lang="en-US" altLang="ja-JP" dirty="0"/>
              <a:t>PC</a:t>
            </a:r>
            <a:br>
              <a:rPr kumimoji="1" lang="en-US" altLang="ja-JP" dirty="0"/>
            </a:br>
            <a:r>
              <a:rPr kumimoji="1" lang="en-US" altLang="ja-JP" b="1" dirty="0"/>
              <a:t>My tool</a:t>
            </a:r>
          </a:p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0E1AA1-E429-A889-52B1-07E10569EFD1}"/>
              </a:ext>
            </a:extLst>
          </p:cNvPr>
          <p:cNvSpPr txBox="1"/>
          <p:nvPr/>
        </p:nvSpPr>
        <p:spPr>
          <a:xfrm>
            <a:off x="979712" y="5513151"/>
            <a:ext cx="2472613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XBOX Controller</a:t>
            </a:r>
            <a:endParaRPr kumimoji="1"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A8F1F70-60D9-35D7-D864-512AF3119EA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216019" y="4618756"/>
            <a:ext cx="1" cy="894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24BBDC-3F8B-4B4C-6CA6-48BE6DFE6437}"/>
              </a:ext>
            </a:extLst>
          </p:cNvPr>
          <p:cNvSpPr txBox="1"/>
          <p:nvPr/>
        </p:nvSpPr>
        <p:spPr>
          <a:xfrm>
            <a:off x="4338733" y="4018592"/>
            <a:ext cx="1576876" cy="369332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FTD232H</a:t>
            </a:r>
            <a:endParaRPr kumimoji="1" lang="ja-JP" altLang="en-US" b="1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98CD6A7-1044-C8FE-3313-9023A8FEE2F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15609" y="4203258"/>
            <a:ext cx="486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86B69C-4F1A-951B-7570-F30D9DD11ADB}"/>
              </a:ext>
            </a:extLst>
          </p:cNvPr>
          <p:cNvSpPr txBox="1"/>
          <p:nvPr/>
        </p:nvSpPr>
        <p:spPr>
          <a:xfrm>
            <a:off x="1430693" y="4018592"/>
            <a:ext cx="1576876" cy="369332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This app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BD898F-AB18-E14C-4C56-F489F523AE47}"/>
              </a:ext>
            </a:extLst>
          </p:cNvPr>
          <p:cNvSpPr txBox="1"/>
          <p:nvPr/>
        </p:nvSpPr>
        <p:spPr>
          <a:xfrm rot="5400000">
            <a:off x="7300422" y="3750211"/>
            <a:ext cx="2313666" cy="92333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Controller Port compatible with NEOGEO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F5E19A-AD58-2B3F-F7D2-94FA9AAB2658}"/>
              </a:ext>
            </a:extLst>
          </p:cNvPr>
          <p:cNvSpPr/>
          <p:nvPr/>
        </p:nvSpPr>
        <p:spPr>
          <a:xfrm>
            <a:off x="9441907" y="2446099"/>
            <a:ext cx="2416628" cy="3713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046B0D-E094-E242-43F5-BAE09ED0AD62}"/>
              </a:ext>
            </a:extLst>
          </p:cNvPr>
          <p:cNvSpPr txBox="1"/>
          <p:nvPr/>
        </p:nvSpPr>
        <p:spPr>
          <a:xfrm>
            <a:off x="9911557" y="4118224"/>
            <a:ext cx="1477327" cy="36933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PCB</a:t>
            </a:r>
            <a:endParaRPr kumimoji="1"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6841E8F-921F-07B8-F4A5-D620C23BBCB9}"/>
              </a:ext>
            </a:extLst>
          </p:cNvPr>
          <p:cNvCxnSpPr>
            <a:cxnSpLocks/>
            <a:stCxn id="13" idx="0"/>
            <a:endCxn id="17" idx="2"/>
          </p:cNvCxnSpPr>
          <p:nvPr/>
        </p:nvCxnSpPr>
        <p:spPr>
          <a:xfrm flipV="1">
            <a:off x="8918920" y="4211875"/>
            <a:ext cx="33832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2BAB9F-A007-E697-0D59-25B85D8EFE40}"/>
              </a:ext>
            </a:extLst>
          </p:cNvPr>
          <p:cNvSpPr txBox="1"/>
          <p:nvPr/>
        </p:nvSpPr>
        <p:spPr>
          <a:xfrm rot="5400000">
            <a:off x="8703244" y="4027208"/>
            <a:ext cx="1477327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JAMMA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B8018F-6D80-705A-5846-4385DBE3A2AC}"/>
              </a:ext>
            </a:extLst>
          </p:cNvPr>
          <p:cNvSpPr txBox="1"/>
          <p:nvPr/>
        </p:nvSpPr>
        <p:spPr>
          <a:xfrm>
            <a:off x="6402045" y="4018592"/>
            <a:ext cx="1651520" cy="369332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DSUB 16pin</a:t>
            </a:r>
            <a:endParaRPr kumimoji="1" lang="ja-JP" altLang="en-US" b="1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47AD42F-00D6-F53D-ACBE-4DB6AA93385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704252" y="4203258"/>
            <a:ext cx="634481" cy="8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9396E5B-1EE6-06DC-12A9-F25B12BE6DC7}"/>
              </a:ext>
            </a:extLst>
          </p:cNvPr>
          <p:cNvSpPr txBox="1"/>
          <p:nvPr/>
        </p:nvSpPr>
        <p:spPr>
          <a:xfrm rot="5400000">
            <a:off x="3330295" y="4018593"/>
            <a:ext cx="65549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ja-JP" dirty="0"/>
              <a:t>USB</a:t>
            </a:r>
            <a:endParaRPr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A2955BD-400A-8474-4AF8-9EEEEBC0B22C}"/>
              </a:ext>
            </a:extLst>
          </p:cNvPr>
          <p:cNvSpPr txBox="1"/>
          <p:nvPr/>
        </p:nvSpPr>
        <p:spPr>
          <a:xfrm>
            <a:off x="1888269" y="4507177"/>
            <a:ext cx="65549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ja-JP" dirty="0"/>
              <a:t>USB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917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15C61-C958-43BC-BAFF-3C6346E5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Example Settings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95FE20-D6A5-4D5C-AC74-53315603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B5C7B17-6036-729B-84E2-97025AE3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453" y="1502735"/>
            <a:ext cx="5346794" cy="5288677"/>
          </a:xfrm>
          <a:prstGeom prst="rect">
            <a:avLst/>
          </a:prstGeom>
        </p:spPr>
      </p:pic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48708C71-9A5E-4922-93DE-EBFADB6C7051}"/>
              </a:ext>
            </a:extLst>
          </p:cNvPr>
          <p:cNvSpPr/>
          <p:nvPr/>
        </p:nvSpPr>
        <p:spPr>
          <a:xfrm>
            <a:off x="666491" y="5376747"/>
            <a:ext cx="4725423" cy="693471"/>
          </a:xfrm>
          <a:prstGeom prst="wedgeRectCallout">
            <a:avLst>
              <a:gd name="adj1" fmla="val 53639"/>
              <a:gd name="adj2" fmla="val 5154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Set the FTDI ID# </a:t>
            </a:r>
            <a:r>
              <a:rPr kumimoji="1" lang="en-US" altLang="ja-JP"/>
              <a:t>and </a:t>
            </a:r>
            <a:r>
              <a:rPr kumimoji="1" lang="en-US" altLang="ja-JP" b="1"/>
              <a:t>check</a:t>
            </a:r>
            <a:r>
              <a:rPr kumimoji="1" lang="en-US" altLang="ja-JP"/>
              <a:t> </a:t>
            </a:r>
            <a:r>
              <a:rPr kumimoji="1" lang="en-US" altLang="ja-JP" b="1" dirty="0"/>
              <a:t>“Connect”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00483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B293B-6996-CA4A-66C4-45878795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Tips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781A37-CCAF-B3CC-1AA9-4D79E30D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E2812-4560-4165-A7C7-9C013F955547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6DCDD2-B779-C96A-2968-857516CD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78" y="1971693"/>
            <a:ext cx="4784421" cy="4776992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40715AF-D296-37D3-C5EE-F8B1CEBE8832}"/>
              </a:ext>
            </a:extLst>
          </p:cNvPr>
          <p:cNvSpPr/>
          <p:nvPr/>
        </p:nvSpPr>
        <p:spPr>
          <a:xfrm>
            <a:off x="5495453" y="4897925"/>
            <a:ext cx="329240" cy="5566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AB948C34-3E9E-C284-EFE4-7C644438E11D}"/>
              </a:ext>
            </a:extLst>
          </p:cNvPr>
          <p:cNvSpPr/>
          <p:nvPr/>
        </p:nvSpPr>
        <p:spPr>
          <a:xfrm>
            <a:off x="6320324" y="4268293"/>
            <a:ext cx="5871676" cy="1614196"/>
          </a:xfrm>
          <a:prstGeom prst="wedgeRectCallout">
            <a:avLst>
              <a:gd name="adj1" fmla="val -59983"/>
              <a:gd name="adj2" fmla="val 588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This settings </a:t>
            </a: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enabled “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Pseudo Analog”.</a:t>
            </a:r>
          </a:p>
          <a:p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It means…</a:t>
            </a:r>
            <a:b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</a:b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- When you press the trigger slightly, the satellite moves slowly.</a:t>
            </a:r>
          </a:p>
          <a:p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- When you press the trigger fully, the satellite moves at full speed.</a:t>
            </a:r>
            <a:endParaRPr kumimoji="1" lang="ja-JP" altLang="en-US" sz="1400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6A0CB696-5B83-81D3-F61C-BF774BDA9DD2}"/>
              </a:ext>
            </a:extLst>
          </p:cNvPr>
          <p:cNvSpPr/>
          <p:nvPr/>
        </p:nvSpPr>
        <p:spPr>
          <a:xfrm>
            <a:off x="6320324" y="2167890"/>
            <a:ext cx="5871676" cy="1614196"/>
          </a:xfrm>
          <a:prstGeom prst="wedgeRectCallout">
            <a:avLst>
              <a:gd name="adj1" fmla="val -59212"/>
              <a:gd name="adj2" fmla="val 28879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This settings </a:t>
            </a: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enabled “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Pseudo Analog”.</a:t>
            </a:r>
          </a:p>
          <a:p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It means…</a:t>
            </a:r>
            <a:b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</a:br>
            <a:r>
              <a:rPr lang="en-US" altLang="ja-JP" sz="1400" dirty="0">
                <a:solidFill>
                  <a:sysClr val="windowText" lastClr="000000"/>
                </a:solidFill>
                <a:latin typeface="F910新コミック体" panose="02000600000000000000" pitchFamily="50" charset="-128"/>
                <a:ea typeface="F910新コミック体" panose="02000600000000000000" pitchFamily="50" charset="-128"/>
              </a:rPr>
              <a:t>- Tilt the stick slightly to move slowly.</a:t>
            </a:r>
            <a:endParaRPr kumimoji="1" lang="ja-JP" altLang="en-US" sz="1400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0830C63-4387-373C-5DB0-AF7FBDBC88A9}"/>
              </a:ext>
            </a:extLst>
          </p:cNvPr>
          <p:cNvSpPr/>
          <p:nvPr/>
        </p:nvSpPr>
        <p:spPr>
          <a:xfrm>
            <a:off x="5495453" y="3052615"/>
            <a:ext cx="329240" cy="13383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  <a:latin typeface="F910新コミック体" panose="02000600000000000000" pitchFamily="50" charset="-128"/>
              <a:ea typeface="F910新コミック体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7597512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160</Words>
  <Application>Microsoft Office PowerPoint</Application>
  <PresentationFormat>ワイド画面</PresentationFormat>
  <Paragraphs>34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F910新コミック体</vt:lpstr>
      <vt:lpstr>游ゴシック</vt:lpstr>
      <vt:lpstr>Arial</vt:lpstr>
      <vt:lpstr>Century Gothic</vt:lpstr>
      <vt:lpstr>Wingdings 3</vt:lpstr>
      <vt:lpstr>ウィスプ</vt:lpstr>
      <vt:lpstr>XBox2Classic </vt:lpstr>
      <vt:lpstr>Schematics</vt:lpstr>
      <vt:lpstr>Connection</vt:lpstr>
      <vt:lpstr>Example Settings</vt:lpstr>
      <vt:lpstr>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2021-01-30T04:09:10Z</dcterms:created>
  <dcterms:modified xsi:type="dcterms:W3CDTF">2025-11-14T13:36:59Z</dcterms:modified>
</cp:coreProperties>
</file>