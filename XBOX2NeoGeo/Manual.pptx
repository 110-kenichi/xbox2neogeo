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78" r:id="rId1"/>
  </p:sldMasterIdLst>
  <p:notesMasterIdLst>
    <p:notesMasterId r:id="rId5"/>
  </p:notesMasterIdLst>
  <p:sldIdLst>
    <p:sldId id="256" r:id="rId2"/>
    <p:sldId id="286" r:id="rId3"/>
    <p:sldId id="28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2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75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C28D8-13B6-41C3-9F5F-0284C569C6F1}" type="datetimeFigureOut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D2F5C4-CB40-44D3-9C89-5ECCD9AB4B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096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D2F5C4-CB40-44D3-9C89-5ECCD9AB4B5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51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D2F5C4-CB40-44D3-9C89-5ECCD9AB4B5C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8811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25E62-B904-4691-B75E-EC1C32885285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67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1DA9A2-8356-4FFD-B66A-E38811049858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0019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E8989-88B8-4869-97D9-547531F13E13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9002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C4031-B949-4300-AB3E-1551426E8631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2586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E755E-A59D-4634-B604-E9BB568B1156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9803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DA38B3-7601-4256-ABFE-386B92B0EDB5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6481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28ED6D-8A94-4DBA-8EF2-284D1A467CE8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4513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B0317-28AF-43C5-8944-AADFA89E0149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0277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D023C-C4FA-4CE8-B5BE-6798898EE377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1682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87007-2A40-4EFC-90A3-258EFA3C1001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075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0D7FF-9203-4AA3-90FD-622674A14F90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3550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6E4D3-BEDB-4F35-876B-5B9AA41BFB5B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27166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D896E-FC14-4F25-BC47-18ABAEA9E1FE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888257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C701B-2185-4987-B8E2-5507664B65F4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764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4CDED-9617-418F-B546-D66B9BB6C35E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0883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35D40-962A-46D7-8037-3F2900B5EB4D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3937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67159-F4A8-4352-915B-DDBEFEF4A4D6}" type="datetime1">
              <a:rPr kumimoji="1" lang="ja-JP" altLang="en-US" smtClean="0"/>
              <a:t>2025/11/1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E27E2812-4560-4165-A7C7-9C013F9555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97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kizukidenshi.com/catalog/g/g106503/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231B3DB0-10E4-4265-97FE-514A894976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/>
              <a:t>XBox2Classic</a:t>
            </a:r>
            <a:br>
              <a:rPr lang="en-US" altLang="ja-JP" dirty="0"/>
            </a:br>
            <a:endParaRPr lang="ja-JP" altLang="en-US" dirty="0"/>
          </a:p>
        </p:txBody>
      </p:sp>
      <p:sp>
        <p:nvSpPr>
          <p:cNvPr id="5" name="字幕 4">
            <a:extLst>
              <a:ext uri="{FF2B5EF4-FFF2-40B4-BE49-F238E27FC236}">
                <a16:creationId xmlns:a16="http://schemas.microsoft.com/office/drawing/2014/main" id="{D195690D-B8C0-44C8-A5B6-3835F67A73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 dirty="0"/>
              <a:t>User’s Manual</a:t>
            </a:r>
            <a:r>
              <a:rPr lang="ja-JP" altLang="en-US" dirty="0"/>
              <a:t> </a:t>
            </a:r>
            <a:r>
              <a:rPr lang="en-US" altLang="ja-JP" dirty="0"/>
              <a:t>- </a:t>
            </a:r>
            <a:r>
              <a:rPr lang="en-US" altLang="ja-JP"/>
              <a:t>Rev 1.0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2772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95FE20-D6A5-4D5C-AC74-53315603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BA66A1E1-6206-21C9-D5B6-C4259AEE5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Schematics</a:t>
            </a:r>
            <a:endParaRPr kumimoji="1" lang="ja-JP" altLang="en-US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CBD69E12-73E9-31CC-8DDD-6247F4CF7176}"/>
              </a:ext>
            </a:extLst>
          </p:cNvPr>
          <p:cNvGrpSpPr/>
          <p:nvPr/>
        </p:nvGrpSpPr>
        <p:grpSpPr>
          <a:xfrm>
            <a:off x="2592925" y="1747929"/>
            <a:ext cx="8656732" cy="5110071"/>
            <a:chOff x="357417" y="314754"/>
            <a:chExt cx="10777307" cy="6361847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8F1C3D09-ECD8-7329-6936-0512316B6F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3346" r="53906" b="25502"/>
            <a:stretch>
              <a:fillRect/>
            </a:stretch>
          </p:blipFill>
          <p:spPr>
            <a:xfrm>
              <a:off x="357417" y="895350"/>
              <a:ext cx="6333657" cy="329565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E2F0E94D-E3ED-3E9F-0C78-5AAF458BD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537" b="4537"/>
            <a:stretch>
              <a:fillRect/>
            </a:stretch>
          </p:blipFill>
          <p:spPr>
            <a:xfrm rot="5400000">
              <a:off x="6713054" y="2254932"/>
              <a:ext cx="6361847" cy="2481492"/>
            </a:xfrm>
            <a:prstGeom prst="rect">
              <a:avLst/>
            </a:prstGeom>
          </p:spPr>
        </p:pic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91A4826-ED0D-8AFB-C84F-38C074B318C5}"/>
                </a:ext>
              </a:extLst>
            </p:cNvPr>
            <p:cNvSpPr txBox="1"/>
            <p:nvPr/>
          </p:nvSpPr>
          <p:spPr>
            <a:xfrm>
              <a:off x="357418" y="4571290"/>
              <a:ext cx="7676691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dirty="0"/>
                <a:t>Confirmed with </a:t>
              </a:r>
              <a:r>
                <a:rPr lang="ja-JP" altLang="en-US" dirty="0">
                  <a:hlinkClick r:id="rId5"/>
                </a:rPr>
                <a:t>https://akizukidenshi.com/catalog/g/g106503/</a:t>
              </a:r>
              <a:endParaRPr lang="en-US" altLang="ja-JP" dirty="0"/>
            </a:p>
            <a:p>
              <a:endParaRPr lang="en-US" altLang="ja-JP" dirty="0">
                <a:solidFill>
                  <a:srgbClr val="FF0000"/>
                </a:solidFill>
              </a:endParaRPr>
            </a:p>
            <a:p>
              <a:r>
                <a:rPr lang="en-US" altLang="ja-JP" dirty="0">
                  <a:solidFill>
                    <a:srgbClr val="FF0000"/>
                  </a:solidFill>
                </a:rPr>
                <a:t>*NEVER USE </a:t>
              </a:r>
              <a:r>
                <a:rPr lang="en-US" altLang="ja-JP" b="1" dirty="0">
                  <a:solidFill>
                    <a:srgbClr val="FF0000"/>
                  </a:solidFill>
                </a:rPr>
                <a:t>USB BUS</a:t>
              </a:r>
              <a:r>
                <a:rPr lang="en-US" altLang="ja-JP" dirty="0">
                  <a:solidFill>
                    <a:srgbClr val="FF0000"/>
                  </a:solidFill>
                </a:rPr>
                <a:t> POWER. USE ONLY NEOGEO 5V* </a:t>
              </a:r>
            </a:p>
            <a:p>
              <a:r>
                <a:rPr lang="en-US" altLang="ja-JP" dirty="0">
                  <a:solidFill>
                    <a:srgbClr val="FF0000"/>
                  </a:solidFill>
                </a:rPr>
                <a:t>*USB</a:t>
              </a:r>
              <a:r>
                <a:rPr lang="ja-JP" altLang="en-US" dirty="0">
                  <a:solidFill>
                    <a:srgbClr val="FF0000"/>
                  </a:solidFill>
                </a:rPr>
                <a:t>バスパワーは使わずネオジオの</a:t>
              </a:r>
              <a:r>
                <a:rPr lang="en-US" altLang="ja-JP" dirty="0">
                  <a:solidFill>
                    <a:srgbClr val="FF0000"/>
                  </a:solidFill>
                </a:rPr>
                <a:t>+5V</a:t>
              </a:r>
              <a:r>
                <a:rPr lang="ja-JP" altLang="en-US" dirty="0">
                  <a:solidFill>
                    <a:srgbClr val="FF0000"/>
                  </a:solidFill>
                </a:rPr>
                <a:t>を使うようにしてください</a:t>
              </a:r>
              <a:r>
                <a:rPr lang="en-US" altLang="ja-JP" dirty="0">
                  <a:solidFill>
                    <a:srgbClr val="FF0000"/>
                  </a:solidFill>
                </a:rPr>
                <a:t>*</a:t>
              </a:r>
            </a:p>
          </p:txBody>
        </p:sp>
        <p:sp>
          <p:nvSpPr>
            <p:cNvPr id="16" name="矢印: 右 15">
              <a:extLst>
                <a:ext uri="{FF2B5EF4-FFF2-40B4-BE49-F238E27FC236}">
                  <a16:creationId xmlns:a16="http://schemas.microsoft.com/office/drawing/2014/main" id="{A6202BD7-006D-EAB5-3A36-A5044E03A2F3}"/>
                </a:ext>
              </a:extLst>
            </p:cNvPr>
            <p:cNvSpPr/>
            <p:nvPr/>
          </p:nvSpPr>
          <p:spPr>
            <a:xfrm>
              <a:off x="7183766" y="4370823"/>
              <a:ext cx="729124" cy="800631"/>
            </a:xfrm>
            <a:prstGeom prst="rightArrow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kumimoji="1" lang="ja-JP" altLang="en-US" dirty="0">
                <a:solidFill>
                  <a:sysClr val="windowText" lastClr="000000"/>
                </a:solidFill>
                <a:latin typeface="F910新コミック体" panose="02000600000000000000" pitchFamily="50" charset="-128"/>
                <a:ea typeface="F910新コミック体" panose="02000600000000000000" pitchFamily="50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C29D37D-E900-FE7B-52CB-1F79B11EDDA3}"/>
                </a:ext>
              </a:extLst>
            </p:cNvPr>
            <p:cNvSpPr txBox="1"/>
            <p:nvPr/>
          </p:nvSpPr>
          <p:spPr>
            <a:xfrm>
              <a:off x="357418" y="409099"/>
              <a:ext cx="7676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dirty="0"/>
                <a:t>Connect to the correspond pin on the FTD232H.</a:t>
              </a:r>
              <a:endParaRPr lang="en-US" altLang="ja-JP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926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15C61-C958-43BC-BAFF-3C6346E55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Example Settings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95FE20-D6A5-4D5C-AC74-53315603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E2812-4560-4165-A7C7-9C013F955547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B5C7B17-6036-729B-84E2-97025AE35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453" y="1502735"/>
            <a:ext cx="5346794" cy="5288677"/>
          </a:xfrm>
          <a:prstGeom prst="rect">
            <a:avLst/>
          </a:prstGeom>
        </p:spPr>
      </p:pic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48708C71-9A5E-4922-93DE-EBFADB6C7051}"/>
              </a:ext>
            </a:extLst>
          </p:cNvPr>
          <p:cNvSpPr/>
          <p:nvPr/>
        </p:nvSpPr>
        <p:spPr>
          <a:xfrm>
            <a:off x="666491" y="5376747"/>
            <a:ext cx="4725423" cy="693471"/>
          </a:xfrm>
          <a:prstGeom prst="wedgeRectCallout">
            <a:avLst>
              <a:gd name="adj1" fmla="val 53639"/>
              <a:gd name="adj2" fmla="val 5154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ja-JP" dirty="0"/>
              <a:t>Set the FTDI ID# </a:t>
            </a:r>
            <a:r>
              <a:rPr kumimoji="1" lang="en-US" altLang="ja-JP"/>
              <a:t>and </a:t>
            </a:r>
            <a:r>
              <a:rPr kumimoji="1" lang="en-US" altLang="ja-JP" b="1"/>
              <a:t>check</a:t>
            </a:r>
            <a:r>
              <a:rPr kumimoji="1" lang="en-US" altLang="ja-JP"/>
              <a:t> </a:t>
            </a:r>
            <a:r>
              <a:rPr kumimoji="1" lang="en-US" altLang="ja-JP" b="1" dirty="0"/>
              <a:t>“Connect”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004835426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77</Words>
  <Application>Microsoft Office PowerPoint</Application>
  <PresentationFormat>ワイド画面</PresentationFormat>
  <Paragraphs>14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F910新コミック体</vt:lpstr>
      <vt:lpstr>游ゴシック</vt:lpstr>
      <vt:lpstr>Arial</vt:lpstr>
      <vt:lpstr>Century Gothic</vt:lpstr>
      <vt:lpstr>Wingdings 3</vt:lpstr>
      <vt:lpstr>ウィスプ</vt:lpstr>
      <vt:lpstr>XBox2Classic </vt:lpstr>
      <vt:lpstr>Schematics</vt:lpstr>
      <vt:lpstr>Example Settings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2021-01-30T04:09:10Z</dcterms:created>
  <dcterms:modified xsi:type="dcterms:W3CDTF">2025-10-31T16:22:03Z</dcterms:modified>
</cp:coreProperties>
</file>